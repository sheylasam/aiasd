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46304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00000"/>
                </a:solidFill>
                <a:latin typeface="Calibri"/>
              </a:rPr>
              <a:t>Claude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200400"/>
            <a:ext cx="4023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000000"/>
                </a:solidFill>
                <a:latin typeface="Calibri"/>
              </a:rPr>
              <a:t>Dein KI-Engineer im Terminal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3931920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AI-Assisted Software Development · FHNW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937760" y="1645920"/>
            <a:ext cx="69494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7F"/>
                </a:solidFill>
                <a:latin typeface="Courier New"/>
              </a:rPr>
              <a:t>$ claude
&gt; Analysiere dieses Projekt und
  schreibe Unit-Tests für app.py
  Reading files...
  Planning 4 steps...
  Writing test_app.py ✓
  Running pytest ✓  (12 passed)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594360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AA"/>
                </a:solidFill>
                <a:latin typeface="Calibri"/>
              </a:rPr>
              <a:t>von Anthropic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Was ist Claude Code?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Anthropics offizielles CLI-Tool für KI-gestütztes Software Engineering (2024)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01952"/>
            <a:ext cx="109728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00000"/>
                </a:solidFill>
                <a:latin typeface="Calibri"/>
              </a:rPr>
              <a:t>Läuft im Terminal — </a:t>
            </a:r>
            <a:r>
              <a:rPr b="0" sz="1700">
                <a:solidFill>
                  <a:srgbClr val="333333"/>
                </a:solidFill>
                <a:latin typeface="Calibri"/>
              </a:rPr>
              <a:t>kein GUI, kein Plugin-Overhead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60320"/>
            <a:ext cx="109728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00000"/>
                </a:solidFill>
                <a:latin typeface="Calibri"/>
              </a:rPr>
              <a:t>Liest &amp; versteht Codebasen — </a:t>
            </a:r>
            <a:r>
              <a:rPr b="0" sz="1700">
                <a:solidFill>
                  <a:srgbClr val="333333"/>
                </a:solidFill>
                <a:latin typeface="Calibri"/>
              </a:rPr>
              <a:t>analysiert ganze Projekte automatisch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18688"/>
            <a:ext cx="109728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054096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00000"/>
                </a:solidFill>
                <a:latin typeface="Calibri"/>
              </a:rPr>
              <a:t>Schreibt, editiert, führt aus — </a:t>
            </a:r>
            <a:r>
              <a:rPr b="0" sz="1700">
                <a:solidFill>
                  <a:srgbClr val="333333"/>
                </a:solidFill>
                <a:latin typeface="Calibri"/>
              </a:rPr>
              <a:t>Dateien, Shell-Befehle, Tests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877056"/>
            <a:ext cx="109728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12464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00000"/>
                </a:solidFill>
                <a:latin typeface="Calibri"/>
              </a:rPr>
              <a:t>Mehrstufige Tasks — </a:t>
            </a:r>
            <a:r>
              <a:rPr b="0" sz="1700">
                <a:solidFill>
                  <a:srgbClr val="333333"/>
                </a:solidFill>
                <a:latin typeface="Calibri"/>
              </a:rPr>
              <a:t>plant und führt komplexe Aufgaben eigenständig durch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535424"/>
            <a:ext cx="109728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3708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700">
                <a:solidFill>
                  <a:srgbClr val="000000"/>
                </a:solidFill>
                <a:latin typeface="Calibri"/>
              </a:rPr>
              <a:t>Interaktiver Dialog — </a:t>
            </a:r>
            <a:r>
              <a:rPr b="0" sz="1700">
                <a:solidFill>
                  <a:srgbClr val="333333"/>
                </a:solidFill>
                <a:latin typeface="Calibri"/>
              </a:rPr>
              <a:t>holt bei wichtigen Aktionen Bestätigung ein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577840"/>
            <a:ext cx="1124712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623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"Claude Code ist kein Autocomplete - es ist ein autonomer Software-Ingenieur."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Klassifikation &amp; Kategorie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alibri"/>
              </a:rPr>
              <a:t>Klassifikation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3035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7018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Code Completion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7018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C0000"/>
                </a:solidFill>
                <a:latin typeface="Calibri"/>
              </a:rPr>
              <a:t>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50008"/>
            <a:ext cx="53035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4516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Chat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45160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822"/>
                </a:solidFill>
                <a:latin typeface="Calibr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99815"/>
            <a:ext cx="53035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20141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Calibri"/>
              </a:rPr>
              <a:t>Agentic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3201415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8822"/>
                </a:solidFill>
                <a:latin typeface="Calibri"/>
              </a:rPr>
              <a:t>✓✓ Hauptfokus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051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Calibri"/>
              </a:rPr>
              <a:t>Kategorie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600200"/>
            <a:ext cx="53035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625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CLI-Tool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9050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Hauptschnittstelle: Terminal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350008"/>
            <a:ext cx="53035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7540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IDE Extension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5480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VS Code + JetBrains Plugin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099815"/>
            <a:ext cx="53035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125215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Cloud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404615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Calibri"/>
              </a:rPr>
              <a:t>Läuft via Anthropic API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297680"/>
            <a:ext cx="11274552" cy="8229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37083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Calibri"/>
              </a:rPr>
              <a:t>Betriebsplattform:   macOS  ·  Linux  ·  Windows (WSL / native Preview)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Model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078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Modell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0789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Stärke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07899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Empfehlung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11247120" cy="658368"/>
          </a:xfrm>
          <a:prstGeom prst="rect">
            <a:avLst/>
          </a:prstGeom>
          <a:solidFill>
            <a:srgbClr val="FFF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727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Claude Sonnet 4.6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7272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Schnell · kosteneffizient · sehr stark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7272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7000"/>
                </a:solidFill>
                <a:latin typeface="Calibri"/>
              </a:rPr>
              <a:t>★ Empfohlen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350008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4770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Claude Opus 4.6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77008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Maximale Intelligenz für komplexe Tasks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47700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Für schwere Aufgaben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099815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322681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0000"/>
                </a:solidFill>
                <a:latin typeface="Calibri"/>
              </a:rPr>
              <a:t>Claude Haiku 4.5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3226815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Ultra-schnell · günstig · einfache Tasks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226815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Für einfache Tasks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343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Zusätzlich verfügbar via: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35661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Amazon Bedrock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Enterprise / AWS-Integration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800600"/>
            <a:ext cx="35661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4340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Google Cloud Vertex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Enterprise / GCP-Integration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4800600"/>
            <a:ext cx="3566160" cy="8229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482803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Calibri"/>
              </a:rPr>
              <a:t>Kein lokaler Betrieb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120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Calibri"/>
              </a:rPr>
              <a:t>Proprietäre Modelle — kein Ollama / LM Studio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02336" y="1051560"/>
            <a:ext cx="2743200" cy="32918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161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API
Pay-per-use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1783080"/>
            <a:ext cx="2743200" cy="8229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80136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$3–15
/ 1 Mio. Token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" y="2715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Ideal für
Studierende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" y="3383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ab ~$5 Guthaben, reicht für Wochen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82696" y="1051560"/>
            <a:ext cx="274320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4136" y="1161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Claude Pro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82696" y="1783080"/>
            <a:ext cx="2743200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74136" y="180136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E600"/>
                </a:solidFill>
                <a:latin typeface="Calibri"/>
              </a:rPr>
              <a:t>$20
/ Monat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4136" y="2715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Gut für
regelmäss. Nutzung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74136" y="3383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Claude Code inkl. · 5× mehr Kapazität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63056" y="1051560"/>
            <a:ext cx="274320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6" y="1161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Claude Max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63056" y="1783080"/>
            <a:ext cx="2743200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54496" y="180136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E600"/>
                </a:solidFill>
                <a:latin typeface="Calibri"/>
              </a:rPr>
              <a:t>$100
/ Monat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4496" y="2715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Intensive
Nutzung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54496" y="3383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Für professionellen Einsatz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43416" y="1051560"/>
            <a:ext cx="2743200" cy="32918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116128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Calibri"/>
              </a:rPr>
              <a:t>Enterprise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43416" y="1783080"/>
            <a:ext cx="2743200" cy="82296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4856" y="1801368"/>
            <a:ext cx="25603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E600"/>
                </a:solidFill>
                <a:latin typeface="Calibri"/>
              </a:rPr>
              <a:t>individuell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4856" y="2715768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333333"/>
                </a:solidFill>
                <a:latin typeface="Calibri"/>
              </a:rPr>
              <a:t>Teams &amp;
Firmen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4856" y="338328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333333"/>
                </a:solidFill>
                <a:latin typeface="Calibri"/>
              </a:rPr>
              <a:t>SSO, Audit Logs, Custom Policies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7200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333333"/>
                </a:solidFill>
                <a:latin typeface="Calibri"/>
              </a:rPr>
              <a:t>Kein dediziertes Student-Pricing — API Pay-per-use ist für Studierende am günstigsten.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Open Source?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03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C0000"/>
                </a:solidFill>
                <a:latin typeface="Calibri"/>
              </a:rPr>
              <a:t>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2395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Claude-Modelle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5697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Proprietär · Closed Source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10312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2047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C7700"/>
                </a:solidFill>
                <a:latin typeface="Calibri"/>
              </a:rPr>
              <a:t>~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153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CLI-Client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4841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Frei via npm installierbar · nicht open 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017520"/>
            <a:ext cx="11247120" cy="7772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1191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8822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068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Anthropic SDKs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3398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Open Source auf GitHub (Python, TypeScript …)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4712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033520"/>
            <a:ext cx="548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8822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82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MCP-Protokoll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3129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  <a:latin typeface="Calibri"/>
              </a:rPr>
              <a:t>Model Context Protocol — Open Standard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120640"/>
            <a:ext cx="11247120" cy="6400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175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E600"/>
                </a:solidFill>
                <a:latin typeface="Calibri"/>
              </a:rPr>
              <a:t>Fazit: Claude Code ist kein Open-Source-Projekt — aber der CLI-Client und SDKs sind frei zugänglich.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E600"/>
                </a:solidFill>
                <a:latin typeface="Calibri"/>
              </a:rPr>
              <a:t>LIVE DEMO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051560"/>
            <a:ext cx="10881360" cy="448056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51560"/>
            <a:ext cx="10881360" cy="347472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07899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  <a:latin typeface="Calibri"/>
              </a:rPr>
              <a:t>Terminal  —  zsh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4813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66"/>
                </a:solidFill>
                <a:latin typeface="Courier New"/>
              </a:rPr>
              <a:t>$ claude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7607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0401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FFFF"/>
                </a:solidFill>
                <a:latin typeface="Courier New"/>
              </a:rPr>
              <a:t>&gt; Schreibe Unit-Tests für alle Funktionen in 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3195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5989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DD88"/>
                </a:solidFill>
                <a:latin typeface="Courier New"/>
              </a:rPr>
              <a:t>  ✓ Reading: app.py (142 lines)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8783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DD88"/>
                </a:solidFill>
                <a:latin typeface="Courier New"/>
              </a:rPr>
              <a:t>  ✓ Planning: 3 test functions identified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1577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8DD88"/>
                </a:solidFill>
                <a:latin typeface="Courier New"/>
              </a:rPr>
              <a:t>  ✓ Writing: test_app.py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4371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FF7F"/>
                </a:solidFill>
                <a:latin typeface="Courier New"/>
              </a:rPr>
              <a:t>  ✓ Running: pytest → 3 passed in 0.4s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165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urier New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995928"/>
            <a:ext cx="10424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CC55"/>
                </a:solidFill>
                <a:latin typeface="Courier New"/>
              </a:rPr>
              <a:t>  Done. Shall I also add edge-case tests? [y/n]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760720"/>
            <a:ext cx="2651760" cy="5943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8247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1. claude starten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37560" y="5760720"/>
            <a:ext cx="2651760" cy="5943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29000" y="58247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2. Aufgabe eingeben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5760720"/>
            <a:ext cx="2651760" cy="5943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58247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3. Agent arbeitet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5760720"/>
            <a:ext cx="2651760" cy="59436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5824728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0000"/>
                </a:solidFill>
                <a:latin typeface="Calibri"/>
              </a:rPr>
              <a:t>4. Dialog &amp; Kontrolle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1097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Calibri"/>
              </a:rPr>
              <a:t>FHNW · School of Business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00000"/>
                </a:solidFill>
                <a:latin typeface="Calibri"/>
              </a:rPr>
              <a:t>Fazit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09728" cy="6583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242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Agentic Coding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2428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Plant und führt mehrstufige Software-Tasks eigenständig aus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47088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847088"/>
            <a:ext cx="109728" cy="6583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74088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Modelle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1974088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Claude Sonnet 4.6 empfohlen — stark &amp; kosteneffizient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596896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96896"/>
            <a:ext cx="109728" cy="6583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723896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Plattform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723896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macOS, Linux, Windows · CLI + IDE Extensions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346704"/>
            <a:ext cx="11247120" cy="6583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46704"/>
            <a:ext cx="109728" cy="6583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473704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Pricing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3473704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API Pay-per-use ideal für Studierende (~$5 Einstieg)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096511"/>
            <a:ext cx="11247120" cy="65836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096511"/>
            <a:ext cx="109728" cy="65836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22351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0000"/>
                </a:solidFill>
                <a:latin typeface="Calibri"/>
              </a:rPr>
              <a:t>Open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223511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33333"/>
                </a:solidFill>
                <a:latin typeface="Calibri"/>
              </a:rPr>
              <a:t>Nicht vollständig — CLI frei, Modelle proprietär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120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0000"/>
                </a:solidFill>
                <a:latin typeface="Calibri"/>
              </a:rPr>
              <a:t>Fragen?   —   Ich kann Claude Code direkt hier im Terminal demonstrieren.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FFE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" y="652475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0000"/>
                </a:solidFill>
                <a:latin typeface="Calibri"/>
              </a:rPr>
              <a:t>Claude Code · FHNW 2026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6524752"/>
            <a:ext cx="6858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AI-Assisted Software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